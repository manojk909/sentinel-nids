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5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413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Protocol A — pooled random split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Accuracy</c:v>
                </c:pt>
                <c:pt idx="1">
                  <c:v>Macro-F1</c:v>
                </c:pt>
                <c:pt idx="2">
                  <c:v>Balanced acc.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0.99509999999999998</c:v>
                </c:pt>
                <c:pt idx="1">
                  <c:v>0.95479999999999998</c:v>
                </c:pt>
                <c:pt idx="2">
                  <c:v>0.93730000000000002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73-4B1F-ACB7-846EC20F93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Protocol B — official split (honest)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Accuracy</c:v>
                </c:pt>
                <c:pt idx="1">
                  <c:v>Macro-F1</c:v>
                </c:pt>
                <c:pt idx="2">
                  <c:v>Balanced acc.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0.75280000000000002</c:v>
                </c:pt>
                <c:pt idx="1">
                  <c:v>0.4869</c:v>
                </c:pt>
                <c:pt idx="2">
                  <c:v>0.48349999999999999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673-4B1F-ACB7-846EC20F938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2505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499999999999999"/>
          <c:min val="0"/>
        </c:scaling>
        <c:delete val="0"/>
        <c:axPos val="b"/>
        <c:majorGridlines>
          <c:spPr>
            <a:ln w="12700" cap="flat">
              <a:solidFill>
                <a:srgbClr val="DD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B879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Protocol A (pooled random split)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Normal</c:v>
                </c:pt>
                <c:pt idx="1">
                  <c:v>DoS</c:v>
                </c:pt>
                <c:pt idx="2">
                  <c:v>Probe</c:v>
                </c:pt>
                <c:pt idx="3">
                  <c:v>R2L</c:v>
                </c:pt>
                <c:pt idx="4">
                  <c:v>U2R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0.99660000000000004</c:v>
                </c:pt>
                <c:pt idx="1">
                  <c:v>0.99929999999999997</c:v>
                </c:pt>
                <c:pt idx="2">
                  <c:v>0.99609999999999999</c:v>
                </c:pt>
                <c:pt idx="3">
                  <c:v>0.91469999999999996</c:v>
                </c:pt>
                <c:pt idx="4">
                  <c:v>0.78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2C4-4F24-8073-98F5A6C70FF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Protocol B (honest)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Normal</c:v>
                </c:pt>
                <c:pt idx="1">
                  <c:v>DoS</c:v>
                </c:pt>
                <c:pt idx="2">
                  <c:v>Probe</c:v>
                </c:pt>
                <c:pt idx="3">
                  <c:v>R2L</c:v>
                </c:pt>
                <c:pt idx="4">
                  <c:v>U2R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0.9738</c:v>
                </c:pt>
                <c:pt idx="1">
                  <c:v>0.79749999999999999</c:v>
                </c:pt>
                <c:pt idx="2">
                  <c:v>0.60260000000000002</c:v>
                </c:pt>
                <c:pt idx="3">
                  <c:v>3.85E-2</c:v>
                </c:pt>
                <c:pt idx="4">
                  <c:v>5.0000000000000001E-3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2C4-4F24-8073-98F5A6C70FF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2505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499999999999999"/>
          <c:min val="0"/>
        </c:scaling>
        <c:delete val="0"/>
        <c:axPos val="l"/>
        <c:majorGridlines>
          <c:spPr>
            <a:ln w="12700" cap="flat">
              <a:solidFill>
                <a:srgbClr val="DD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B879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KDDTrain+ share of split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Normal</c:v>
                </c:pt>
                <c:pt idx="1">
                  <c:v>DoS</c:v>
                </c:pt>
                <c:pt idx="2">
                  <c:v>Probe</c:v>
                </c:pt>
                <c:pt idx="3">
                  <c:v>R2L</c:v>
                </c:pt>
                <c:pt idx="4">
                  <c:v>U2R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53.46</c:v>
                </c:pt>
                <c:pt idx="1">
                  <c:v>36.46</c:v>
                </c:pt>
                <c:pt idx="2">
                  <c:v>9.25</c:v>
                </c:pt>
                <c:pt idx="3">
                  <c:v>0.79</c:v>
                </c:pt>
                <c:pt idx="4">
                  <c:v>0.04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29-4558-81D8-428B76A98E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KDDTest+ share of split (%)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Normal</c:v>
                </c:pt>
                <c:pt idx="1">
                  <c:v>DoS</c:v>
                </c:pt>
                <c:pt idx="2">
                  <c:v>Probe</c:v>
                </c:pt>
                <c:pt idx="3">
                  <c:v>R2L</c:v>
                </c:pt>
                <c:pt idx="4">
                  <c:v>U2R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43.08</c:v>
                </c:pt>
                <c:pt idx="1">
                  <c:v>33.08</c:v>
                </c:pt>
                <c:pt idx="2">
                  <c:v>10.74</c:v>
                </c:pt>
                <c:pt idx="3">
                  <c:v>12.22</c:v>
                </c:pt>
                <c:pt idx="4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A29-4558-81D8-428B76A98E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2505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DD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B879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Family present in training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DoS</c:v>
                </c:pt>
                <c:pt idx="1">
                  <c:v>Probe</c:v>
                </c:pt>
                <c:pt idx="2">
                  <c:v>R2L</c:v>
                </c:pt>
                <c:pt idx="3">
                  <c:v>U2R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0.78800000000000003</c:v>
                </c:pt>
                <c:pt idx="1">
                  <c:v>0.74850000000000005</c:v>
                </c:pt>
                <c:pt idx="2">
                  <c:v>5.3400000000000003E-2</c:v>
                </c:pt>
                <c:pt idx="3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D6B-405B-B149-CCAC898E52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Family deleted from training (simulated zero-day)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DoS</c:v>
                </c:pt>
                <c:pt idx="1">
                  <c:v>Probe</c:v>
                </c:pt>
                <c:pt idx="2">
                  <c:v>R2L</c:v>
                </c:pt>
                <c:pt idx="3">
                  <c:v>U2R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0.54169999999999996</c:v>
                </c:pt>
                <c:pt idx="1">
                  <c:v>0.36890000000000001</c:v>
                </c:pt>
                <c:pt idx="2">
                  <c:v>6.9999999999999999E-4</c:v>
                </c:pt>
                <c:pt idx="3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D6B-405B-B149-CCAC898E521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2505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DD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B879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p50 latency per flow (ms, log-ish scale shown as value labels)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0B0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Random forest</c:v>
                </c:pt>
                <c:pt idx="1">
                  <c:v>LightGBM</c:v>
                </c:pt>
                <c:pt idx="2">
                  <c:v>XGBoost</c:v>
                </c:pt>
                <c:pt idx="3">
                  <c:v>MLP (128,64)</c:v>
                </c:pt>
                <c:pt idx="4">
                  <c:v>Logistic regression</c:v>
                </c:pt>
                <c:pt idx="5">
                  <c:v>Decision tree</c:v>
                </c:pt>
                <c:pt idx="6">
                  <c:v>ONNX (logreg)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65.205500000000001</c:v>
                </c:pt>
                <c:pt idx="1">
                  <c:v>1.0455000000000001</c:v>
                </c:pt>
                <c:pt idx="2">
                  <c:v>0.96830000000000005</c:v>
                </c:pt>
                <c:pt idx="3">
                  <c:v>0.3624</c:v>
                </c:pt>
                <c:pt idx="4">
                  <c:v>0.215</c:v>
                </c:pt>
                <c:pt idx="5">
                  <c:v>7.9399999999999998E-2</c:v>
                </c:pt>
                <c:pt idx="6">
                  <c:v>1.29E-2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22C-4A90-8D17-A8636130377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2505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12700" cap="flat">
              <a:solidFill>
                <a:srgbClr val="DD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B879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8743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state the claim in the first 20 seconds. One model, one pipeline, one seed; only the split differs; 99.51% becomes 75.28%.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ML as necessary but the evaluation as broken. Do not oversell ML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hypothesis out loud. Emphasise that it could have come out the 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a modern dataset, lead with the merit argument, not the availability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controlled-experiment framing is what makes this more than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Gap: 24.23 accuracy points, 46.79 macro-F1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families signify actual compromise rather than disruption. Accuracy cannot see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LightGBM's negative shift penalty is an artefact of collapse on rare classes inside small CV folds — reported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Channel B alone beats Channel A on unseen attacks at a third of the false-alarm rate. That is the most informative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τ is a staffing decision, not a hyperparameter. Report the curve, don't pick for the operator.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2 is a Model Explanation round — this slide is the one to expand if they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Caveat to volunteer: this measures inference on pre-computed features. Feature extraction from a live packet stream is the harder problem and is out of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00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SENTINEL-NIDS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66928" y="25420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intrusion detection for critical infrastructure — evaluated honestly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3401568"/>
            <a:ext cx="8138160" cy="1060704"/>
          </a:xfrm>
          <a:prstGeom prst="roundRect">
            <a:avLst>
              <a:gd name="adj" fmla="val 6897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35661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Machine-learning intrusion detectors report 97–99% accuracy.
I changed only the train/test split. Accuracy fell to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75.28%</a:t>
            </a:r>
            <a:r>
              <a:rPr lang="en-US" sz="14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4800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Manoj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Kharkar</a:t>
            </a: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513892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Bubble 2026  ·  Army Institute of Technology, Pune  ·  Track: TE-BE (Design &amp; Solve — Advanced)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54681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networks are defended by systems that cannot see a new attack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6309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networks, power grids and military logistics are still largely protected by signature-based intrusion detection — traffic is flagged only if it matches a known pattern.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structurally blind to any attack never seen before. Machine learning is the obvious replacement.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 detection is not pattern matching. It is a distribution-shift problem: the adversary actively invents traffic the model has never seen.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rarest attack classes are the most dangerous ones, and a missed intrusion costs incomparably more than a wasted analyst minute.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 that decides whether an ML-IDS number is meaningful is not which model was used. It is how the data was split.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78040" y="1481328"/>
            <a:ext cx="4446727" cy="3703320"/>
          </a:xfrm>
          <a:prstGeom prst="roundRect">
            <a:avLst>
              <a:gd name="adj" fmla="val 2469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34072" y="1737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published numbers can't be trusted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34072" y="2377440"/>
            <a:ext cx="3931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supervised learning assumes the test data is drawn from the training distribution.
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intrusion detection that assumption is false by definition — the attacker's job is to violate it.
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way a benchmark is split is not a technical detail. It decides whether the reported number means anything at all.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51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4630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high accuracies reported for ML-based intrusion detection are an artefact of evaluating on a random split of a single dataset.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338328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 realistic protocol — where the test set contains attack types absent from training — performance collapses, and the collapse is concentrated precisely in the rarest and most severe attack categories.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800600"/>
            <a:ext cx="11057839" cy="868680"/>
          </a:xfrm>
          <a:prstGeom prst="roundRect">
            <a:avLst>
              <a:gd name="adj" fmla="val 8421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48006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falsifiable claim, and the experiment that tests it is one command.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NSL-KDD — chosen because it ships a built-in zero-day benchmark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27071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85216" y="1545336"/>
            <a:ext cx="25904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125,973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76656" y="2276856"/>
            <a:ext cx="24076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flows (KDDTrain+)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6879" y="1417320"/>
            <a:ext cx="2627071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95167" y="1545336"/>
            <a:ext cx="25904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22,544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86607" y="2276856"/>
            <a:ext cx="24076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flows (KDDTest+)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6830" y="1417320"/>
            <a:ext cx="2627071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05118" y="1545336"/>
            <a:ext cx="25904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296558" y="2276856"/>
            <a:ext cx="24076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types that appear ONLY in the test set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96782" y="1417320"/>
            <a:ext cx="2627071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15070" y="1545336"/>
            <a:ext cx="25904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16.6%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06510" y="2276856"/>
            <a:ext cx="24076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test flows are an attack type never trained 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303580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properties — both destroyed by pooling the splits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3401568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of the 37 attack types occur only in KDDTest+ — 3,750 flows. The model must generalise to attacks it has never observed.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priors move: R2L is 0.79% of training data but 12.2% of test data (15.5×); U2R moves 0.04% → 0.89% (21.5×).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duplicate rows in training — so this is NOT classical row leakage. It is distribution shift, which is a more interesting failure.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03580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a newer dataset?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0" y="3401568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UNSW-NB15, CIC-IDS2017 and HuggingFace NIDS corpora were all attempted and are unreachable from the build environment (verified 403).
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NSL-KDD is also the right choice on merit: it is the only common benchmark with a documented unseen-attack test protocol — which is what makes the experiment possible.
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age (1999 traffic) is a genuine limitation, stated in the model card rather than hidden.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model. One pipeline. One seed. Only the split changes.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27746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73736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89888" y="1719072"/>
            <a:ext cx="418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89888" y="1938528"/>
            <a:ext cx="418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common error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2395728"/>
            <a:ext cx="46556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 KDDTrain+ and KDDTest+ (148,517 rows), shuffle, stratified 80/20 split.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a large share of tutorials, blog posts and student projects do.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77824" y="3712464"/>
            <a:ext cx="46556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ONLY for this comparison. Never to report our performance.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47308" y="1463040"/>
            <a:ext cx="527746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39916" y="173736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991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70268" y="1719072"/>
            <a:ext cx="418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70268" y="1938528"/>
            <a:ext cx="418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8204" y="2395728"/>
            <a:ext cx="46556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KDDTrain+ (125,973). Test on KDDTest+ (22,544) — as the dataset authors designed it.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keeps its 17 unseen attack types and its shifted class priors.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58204" y="3712464"/>
            <a:ext cx="46556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performance number we claim comes from here.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709160"/>
            <a:ext cx="11057839" cy="859536"/>
          </a:xfrm>
          <a:prstGeom prst="roundRect">
            <a:avLst>
              <a:gd name="adj" fmla="val 1063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80974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1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constant across both protocols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7824" y="5065776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RandomForestClassifier(n_estimators=300)  ·  122 one-hot features  ·  identical preprocessing  ·  random_state=42  ·  no tuning on either split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falls 24 points. Macro-F1 falls 47. The error rate is 50× higher.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75488" y="1371600"/>
          <a:ext cx="68580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41732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07808" y="1545336"/>
            <a:ext cx="1837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0.995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699248" y="2276856"/>
            <a:ext cx="1655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reported under Protocol A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646920" y="14173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665208" y="1545336"/>
            <a:ext cx="1929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0.753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9756648" y="2276856"/>
            <a:ext cx="1746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under the honest protocol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589520" y="30175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607808" y="3145536"/>
            <a:ext cx="3986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50.4× more errors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7699248" y="3877056"/>
            <a:ext cx="3803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honest evaluation, same model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589520" y="4617720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177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the model changed. Only the way it was measured.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BREAKDOWN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collapse lands on the two families that mean an attacker got in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75488" y="1371600"/>
          <a:ext cx="7040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by attack family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772400" y="1463040"/>
            <a:ext cx="3840480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25400">
            <a:solidFill>
              <a:srgbClr val="D03B3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28432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R2L — remote-to-local intrusion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028432" y="19293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B87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0.915</a:t>
            </a:r>
            <a:r>
              <a:rPr lang="en-US" sz="1600" dirty="0">
                <a:solidFill>
                  <a:srgbClr val="7B8794"/>
                </a:solidFill>
              </a:rPr>
              <a:t>   →   </a:t>
            </a:r>
            <a:r>
              <a:rPr lang="en-US" sz="32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0.038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028432" y="25786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2,754 of these in the test set. The model finds 106.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0" y="3493008"/>
            <a:ext cx="3840480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25400">
            <a:solidFill>
              <a:srgbClr val="D03B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28432" y="3657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U2R — privilege escalation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028432" y="39593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B87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0.780</a:t>
            </a:r>
            <a:r>
              <a:rPr lang="en-US" sz="1600" dirty="0">
                <a:solidFill>
                  <a:srgbClr val="7B8794"/>
                </a:solidFill>
              </a:rPr>
              <a:t>   →   </a:t>
            </a:r>
            <a:r>
              <a:rPr lang="en-US" sz="32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0.005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028432" y="460857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in the test set. The model finds one.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Why: the test set is not the training distribution — by design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75488" y="1371600"/>
          <a:ext cx="70408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41732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90688" y="1545336"/>
            <a:ext cx="3803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15.5×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882128" y="2276856"/>
            <a:ext cx="3621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R2L in test than in training (0.79% → 12.2%)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772400" y="301752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90688" y="3145536"/>
            <a:ext cx="3803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21.5×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882128" y="3877056"/>
            <a:ext cx="3621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U2R in test than in training (0.04% → 0.89%)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0" y="4617720"/>
            <a:ext cx="3840480" cy="1234440"/>
          </a:xfrm>
          <a:prstGeom prst="roundRect">
            <a:avLst>
              <a:gd name="adj" fmla="val 7407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01000" y="461772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the two files forces the priors to match — and deletes the whole problem.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77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CONSEQUENCE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missed attack is not a mislabelled row. It is an intrusion that raises no alarm at all.</a:t>
            </a:r>
            <a:endParaRPr lang="en-US" sz="2700" dirty="0"/>
          </a:p>
        </p:txBody>
      </p:sp>
      <p:pic>
        <p:nvPicPr>
          <p:cNvPr id="4" name="Image 0" descr="/home/claude/mlbubble/reports/figures/fig4_novel_vs_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95728"/>
            <a:ext cx="6903720" cy="27249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2395728"/>
            <a:ext cx="3840480" cy="1481328"/>
          </a:xfrm>
          <a:prstGeom prst="roundRect">
            <a:avLst>
              <a:gd name="adj" fmla="val 6173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973568" y="2505456"/>
            <a:ext cx="34381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42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76.7%
</a:t>
            </a:r>
            <a:r>
              <a:rPr lang="en-US" sz="12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attack types never seen in training are silently cleared as “normal”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7772400" y="4041648"/>
            <a:ext cx="3840480" cy="1481328"/>
          </a:xfrm>
          <a:prstGeom prst="roundRect">
            <a:avLst>
              <a:gd name="adj" fmla="val 6173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73568" y="4151376"/>
            <a:ext cx="34381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18.6%
</a:t>
            </a:r>
            <a:r>
              <a:rPr lang="en-US" sz="12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unseen attacks are assigned the correct attack family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66928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that reports 99.5% accuracy is, against a genuinely new attack, close to useless — and it says nothing to warn you.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models, identical splits — the protocol dominates the model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6766560" cy="262128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(honest)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(in-dist.)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46B0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balanced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majority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589520" y="13716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findings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589520" y="1755648"/>
            <a:ext cx="310896" cy="310896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10144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beats the model.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010144" y="200253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model scores 0.84–0.94 in-distribution and 0.46–0.55 under shift. The gap between columns (~0.40) dwarfs the gap between best and worst model (~0.09).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589520" y="3172968"/>
            <a:ext cx="310896" cy="310896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4" name="Text 8"/>
          <p:cNvSpPr/>
          <p:nvPr/>
        </p:nvSpPr>
        <p:spPr>
          <a:xfrm>
            <a:off x="758952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010144" y="31546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does not help.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010144" y="341985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simplest models — a small MLP and plain logistic regression — generalise best. XGBoost has the highest CV score and a worse test score than logistic regression.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89520" y="4590288"/>
            <a:ext cx="310896" cy="310896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89520" y="4590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010144" y="45720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Rebalancing makes it worse.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010144" y="483717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class_weight='balanced_subsample' cut macro-F1 from 0.494 to 0.468 and R2L recall from 0.048 to 0.005. Reweighting cannot invent information about absent attack types.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ZERO-DAY EVALUATION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Controlled zero-day: delete an attack family, then test on it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75488" y="1371600"/>
          <a:ext cx="70408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37667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 on the held-out family. Each bar pair is a model retrained from scratch.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772400" y="13898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this as well?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1755648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test-set result confounds two things: novelty and the prior shift. This isolates novelty.
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family: delete every one of its rows from training, refit from scratch, then measure detection on it.
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detection falls 0.749 → 0.369 purely from removing Probe. The novelty effect is real and not an artefact of the priors.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0" y="4315968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90688" y="4443984"/>
            <a:ext cx="3803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0.369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882128" y="5175504"/>
            <a:ext cx="3621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detection when Probe is unseen (0.749 when seen)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give the detector a way to say “I don't recognise this”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softmax over five known classes cannot express “none of these”. Forced to choose, it picks the class with the largest prior mass — Normal. The failure is structural, not a tuning problem.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5277460" cy="1664208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76272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94560"/>
            <a:ext cx="422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A — Supervised + abstention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59536" y="2615184"/>
            <a:ext cx="46922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over the 5 known families.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argmax is Normal but confidence &lt; τ, do not clear the flow — emit SUSPICIOUS_UNCLASSIFIED and route to an analyst.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47308" y="1993392"/>
            <a:ext cx="5277460" cy="1664208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1628" y="2176272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1628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51980" y="2194560"/>
            <a:ext cx="422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B — Unsupervised novelty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39916" y="2615184"/>
            <a:ext cx="46922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IsolationForest fitted on the 67,343 NORMAL training flows only.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sees a single attack during training, so it cannot be biased toward the 22 known attack types.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31920"/>
            <a:ext cx="11057839" cy="786384"/>
          </a:xfrm>
          <a:prstGeom prst="roundRect">
            <a:avLst>
              <a:gd name="adj" fmla="val 9302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02336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alarm  =  A says attack   OR   A abstains   OR   B says outlier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 ∈  { NORMAL ,  ATTACK:family ,  SUSPICIOUS_UNCLASSIFIED }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92624"/>
          <a:ext cx="11057839" cy="1325880"/>
        </p:xfrm>
        <a:graphic>
          <a:graphicData uri="http://schemas.openxmlformats.org/drawingml/2006/table">
            <a:tbl>
              <a:tblPr/>
              <a:tblGrid>
                <a:gridCol w="5022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Unseen-attack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Seen-attack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False-alarm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A alone (plain 5-class classifier)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B alone (trained on zero attacks)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OR B, no abstention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abstention (τ=0.95) OR B  — recommended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46B0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250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WORKS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Unseen-attack coverage rises 24 points for 2 points of false alarms</a:t>
            </a:r>
            <a:endParaRPr lang="en-US" sz="2700" dirty="0"/>
          </a:p>
        </p:txBody>
      </p:sp>
      <p:pic>
        <p:nvPicPr>
          <p:cNvPr id="4" name="Image 0" descr="/home/claude/mlbubble/reports/figures/fig8_hybrid_operat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325880"/>
            <a:ext cx="69494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41732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99248" y="1545336"/>
            <a:ext cx="1837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B87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41.5%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790688" y="2276856"/>
            <a:ext cx="1655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attacks caught — plain classifier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738360" y="141732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756648" y="1545336"/>
            <a:ext cx="1837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46B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65.9%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9848088" y="2276856"/>
            <a:ext cx="1655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attacks caught — SENTINEL hybrid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680960" y="30175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699248" y="3145536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46B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+24.4 pp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90688" y="38770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gained, for only +2.23 pp of false alarms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680960" y="461772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82128" y="4617720"/>
            <a:ext cx="3529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unsupervised model that never saw a single attack detects unseen attacks better than the supervised one — 0.566 vs 0.415.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R2L and U2R fail — a mechanistic answer, not a shrug</a:t>
            </a:r>
            <a:endParaRPr lang="en-US" sz="2700" dirty="0"/>
          </a:p>
        </p:txBody>
      </p:sp>
      <p:pic>
        <p:nvPicPr>
          <p:cNvPr id="4" name="Image 0" descr="/home/claude/mlbubble/reports/figures/fig12_shap_r2l_u2r_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80160"/>
            <a:ext cx="11057839" cy="34381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29200"/>
            <a:ext cx="3228746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" y="5120640"/>
            <a:ext cx="2880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300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1.23%
</a:t>
            </a:r>
            <a:r>
              <a:rPr lang="en-US" sz="11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model importance sits in CONTENT features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052621" y="5029200"/>
            <a:ext cx="3228746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35501" y="5120640"/>
            <a:ext cx="2880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3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51.72%
</a:t>
            </a:r>
            <a:r>
              <a:rPr lang="en-US" sz="110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in basic header / byte-count features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7538314" y="5029200"/>
            <a:ext cx="4086454" cy="1243584"/>
          </a:xfrm>
          <a:prstGeom prst="roundRect">
            <a:avLst>
              <a:gd name="adj" fmla="val 5882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39482" y="5029200"/>
            <a:ext cx="368411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became a traffic-pattern detector, because that is 99% of its training signal. A successful password guess just looks like one ordinary login.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CONSIDERATIONS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Deployment: the best model is also the cheapest to run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75488" y="1371600"/>
          <a:ext cx="68580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3766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inference latency per flow (ms). Random forest is off-scale at 65.206 ms.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589520" y="141732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07808" y="1545336"/>
            <a:ext cx="18836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46B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0.0129 ms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99248" y="227685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flow, ONNX Runtime single-threaded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692640" y="141732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710928" y="1545336"/>
            <a:ext cx="18836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46B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 KB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9802368" y="2276856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model size on disk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589520" y="30175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  <a:effectLst>
            <a:outerShdw blurRad="101600" dist="12700" dir="5400000" algn="bl" rotWithShape="0">
              <a:srgbClr val="9AA5B1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3145536"/>
            <a:ext cx="3986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810k flows/s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699248" y="3877056"/>
            <a:ext cx="3803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2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single-threaded throughput — about 8× a saturated 1 Gbps link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589520" y="4617720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90688" y="4617720"/>
            <a:ext cx="3621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— the reflexive choice — is 5,055× slower and 8,027× larger, for 0.05 LOWER macro-F1.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DOES NOT CLAIM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here rather than buried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47088"/>
            <a:ext cx="5394960" cy="1060704"/>
          </a:xfrm>
          <a:prstGeom prst="roundRect">
            <a:avLst>
              <a:gd name="adj" fmla="val 6897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476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NSL-KDD is 1999-era simulated traffic. The methodological finding transfers to any dataset with a designed shift; the absolute numbers do not describe a 2026 network.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847088"/>
            <a:ext cx="5394960" cy="1060704"/>
          </a:xfrm>
          <a:prstGeom prst="roundRect">
            <a:avLst>
              <a:gd name="adj" fmla="val 6897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3952" y="19476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dataset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73952" y="22128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remaining criticism. Cross-dataset validation was planned; UNSW-NB15 and CIC-IDS2017 hosts are unreachable from the build environment.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218688"/>
            <a:ext cx="5394960" cy="1060704"/>
          </a:xfrm>
          <a:prstGeom prst="roundRect">
            <a:avLst>
              <a:gd name="adj" fmla="val 6897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3192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at the recommended operating point, 34% of unseen attacks are still missed. That is a real gap, not a rounding error.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18688"/>
            <a:ext cx="5394960" cy="1060704"/>
          </a:xfrm>
          <a:prstGeom prst="roundRect">
            <a:avLst>
              <a:gd name="adj" fmla="val 6897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3952" y="33192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R2L and U2R remain unsolved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73952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Best-case recall 0.106 and 0.105 across all eight models. We explain the cause mechanically; we do not fix 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590288"/>
            <a:ext cx="5394960" cy="1060704"/>
          </a:xfrm>
          <a:prstGeom prst="roundRect">
            <a:avLst>
              <a:gd name="adj" fmla="val 6897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46908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adversarial robustness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" y="4956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evaluate against a fixed dataset, not an adaptive adversary. A linear model is easy to evade with white-box knowledge.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590288"/>
            <a:ext cx="5394960" cy="1060704"/>
          </a:xfrm>
          <a:prstGeom prst="roundRect">
            <a:avLst>
              <a:gd name="adj" fmla="val 6897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46908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 out of 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3952" y="4956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figures measure inference on pre-computed flow aggregates. Computing them from live packets is the harder engineering problem.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defence evaluator, a system whose limits are known is worth more than one whose headline number cannot be trusted.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914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here is reproducible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6276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read from a JSON file in reports/metrics/. None was typed by hand.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212848"/>
            <a:ext cx="5669280" cy="1600200"/>
          </a:xfrm>
          <a:prstGeom prst="roundRect">
            <a:avLst>
              <a:gd name="adj" fmla="val 4571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the whole project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269748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sentinel-nids</a:t>
            </a:r>
            <a:endParaRPr lang="en-US" sz="12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2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run_all.py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56248" y="2212848"/>
            <a:ext cx="5074920" cy="1600200"/>
          </a:xfrm>
          <a:prstGeom prst="roundRect">
            <a:avLst>
              <a:gd name="adj" fmla="val 4571"/>
            </a:avLst>
          </a:prstGeom>
          <a:solidFill>
            <a:srgbClr val="16293D"/>
          </a:solidFill>
          <a:ln w="12700">
            <a:solidFill>
              <a:srgbClr val="2440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30568" y="23774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just the headline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30568" y="269748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run_all.py --only leakage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35 seconds. Prints both protocols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the gap between them.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404164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artefacts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4343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(9 modules, all idempotent and checkpointed)  ·  dataset provenance + SHA-256 manifest  ·  6 metrics JSON files  ·  12 figures  ·  README, methodology, model card, deployment notes  ·  FastAPI inference service  ·  4.9 KB ONNX model  ·  this deck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" y="53035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detector that reports 99.5% accuracy silently clears 77% of never-before-seen attacks. Measuring it honestly is the whole job.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SENTINEL-NIDS  ·  ML Bubble 2026  ·  TE-BE Advanced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0CD2E88-A5C1-4011-90A0-BA7C0141425D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00659ad-0ebb-4b11-acde-eea9db3b7ab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2441</Words>
  <Application>Microsoft Office PowerPoint</Application>
  <PresentationFormat>Widescreen</PresentationFormat>
  <Paragraphs>318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SENTINEL-NIDS — ML Bubble 2026</dc:title>
  <dc:subject>PptxGenJS Presentation</dc:subject>
  <dc:creator>Manoj Kharkar</dc:creator>
  <cp:lastModifiedBy>MANOJ KHARKAR</cp:lastModifiedBy>
  <cp:revision>2</cp:revision>
  <dcterms:created xsi:type="dcterms:W3CDTF">2026-08-08T09:45:38Z</dcterms:created>
  <dcterms:modified xsi:type="dcterms:W3CDTF">2026-08-08T14:37:37Z</dcterms:modified>
</cp:coreProperties>
</file>